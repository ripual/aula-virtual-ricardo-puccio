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9" r:id="rId3"/>
    <p:sldId id="287" r:id="rId4"/>
    <p:sldId id="290" r:id="rId5"/>
    <p:sldId id="288" r:id="rId6"/>
    <p:sldId id="289" r:id="rId7"/>
    <p:sldId id="291" r:id="rId8"/>
    <p:sldId id="292" r:id="rId9"/>
    <p:sldId id="294" r:id="rId10"/>
    <p:sldId id="295" r:id="rId11"/>
    <p:sldId id="296" r:id="rId12"/>
    <p:sldId id="293" r:id="rId13"/>
    <p:sldId id="297" r:id="rId14"/>
    <p:sldId id="286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65A7D-26CA-4744-A00B-E8F4F0C06573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C6EF0-5AD0-480A-8495-F7D2ABFD20D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1775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57070-7199-E33D-9433-B19EC6917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9D6C84-BF8A-5325-B094-285D2D1F5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2D8950-B0AB-E2EF-4705-DEE896D4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1D6F9-1CE5-F998-FC3A-4C01AC27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EB1E16-36FB-7C2E-2A70-7C2F30A8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0687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364F6-9179-FC35-1C34-39FE5C50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8DEA4D-4EB5-F7AD-AF41-3EA7B41AA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B785AF-1C20-F368-C8F0-E1633B7A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1BE47-E280-1F62-EEC9-EDB22BDD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EE6C23-78A3-5CFD-0DDA-8B4F9D33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65298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DD4FD-0247-D3D0-CC75-6747A91A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31AB67-0C29-EA5E-7F52-D6B8F8237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DC3A2D-2B08-D287-C2C1-0DA6B8E0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D89961-847D-CC75-6B36-AED8250F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53D038-7C06-C8DE-075E-04185D6B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5307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6F42A-92B7-2DA7-9CC9-8A5B130D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A2F6AF-878E-A458-E142-BF21CEE0C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C91C76-AC88-F8CD-69E3-00E286EA1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58C3B9-EC59-D1E5-F7B1-D0187F9D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A2C004-5C86-F487-EF6B-872FA150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6E7D70-0216-C4E4-0E50-B78EA64E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6626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43953-C97D-C666-E5E1-46A90C41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B3D9E6-A304-49B1-ABEE-95569FD9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DD482E-04FC-41F7-D02E-88D811E61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3A72C7-89AA-E469-AD71-4C1191761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C1D5AC-B917-DA64-83F5-8E3798E3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899AC4-D463-C815-282D-1F0C543E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A52590-BC22-2C18-E3A4-9ECFC1B3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5458C86-424E-1BE6-F6FE-D0826210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05113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CB636-963D-06A9-68ED-922921B9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3E8307-C9EC-42E2-DBB4-F71252DF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068275-39E5-8BC6-E3DF-C5768296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C95CB6-D2B6-1A60-9C93-AC05A8CB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32696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2823EA-11C9-827E-0637-E812EB8A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3A5204-C17C-51CE-4D40-D4BA5D31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BCBB9C-A1F3-2C28-AA36-D02C4C4B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4801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318F4-7887-4A78-0077-04C80E3F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912F21-87D2-7FFA-EAFF-95B9D99CC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F20DD46-C457-0B20-E134-4AC86ADC7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F33A46-3CED-8CB7-F8C6-E01E4101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E8EDC9-288E-5B99-16AC-939F23F9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E3E2A4-D753-CFF5-AE5C-17461C72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4174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DA7B3-5392-46F6-B864-BE0F2D3B5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7A5523-F7D1-3A31-D782-CD9D88359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24C024-5B18-759C-6BE0-17AB4C0DA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BC4A9F-A3E4-FFC3-582B-BE2F0279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62886B-81E4-8F17-6B5C-6C75B429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12DD5E-A47C-4AB4-462E-DC777B4E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213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7B154-26AD-BB37-6BEB-A45BB10D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016C87-CB00-8D69-E399-106A52875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FD63E-D411-071D-39D6-449C6DA9D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413E9-4B73-A8B7-101E-495D18C8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C67D6A-AA9F-3129-E123-EB8A9A05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543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06FE33-C9F3-AC46-D4E3-404A29CC3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E14E9A-5893-65C8-8295-D9818AA5E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169735-151D-BE7C-3635-4FC7C3A4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B7B3C-788D-3753-FFCD-4D5EBAE42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66C4AA-0C95-28CB-93B5-936AFF8CF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57391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E300DA-AC49-6EBF-E846-7F4CBFE3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A936E7-6DB8-8BB8-07BF-E4E51BE22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A9B27D-C4E1-0E5D-8118-DCA51A8B2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CB109-DE1B-4058-A876-0A921ACA0B69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714E3D-C45B-79B4-4F5E-8BFF1D9F0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6FC3E2-869D-8888-58A9-5893B1540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3646-0C12-417B-9B1F-901AF39330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458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638694-65EA-FF9A-7D53-4EA26EF2E4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FC6F644-9B8C-B450-E15D-DD3A60F21A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28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1614701-6ADA-4433-76AE-601B7A8731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BD67BA7-6CE7-D013-8330-A95963826E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95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E12970-591C-4116-095C-D34A502B66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053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78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1B6C48-C6F2-1CCB-348A-019901ABA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016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158305-0669-FABE-DB96-B8A21C6E58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54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2BBC35E-66FE-8591-A4B0-B63E959243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7767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98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C950EC-1B6C-7024-ED3E-7C584CDCA8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0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35B6597-A057-E73C-33E2-D7D31F767F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7767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60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B61E37-AEC0-6F82-1708-2D783C2A62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33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165585E-CACD-1B33-6350-94FF0E5E74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0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AC44E1-9804-FCD4-39C3-87351DF845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08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C7FD6A-3700-91B1-C1A8-667A6A5795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71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93C0DD-9A9A-2C16-8785-06A872BCC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7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451BCA3-7897-38C8-B6D2-E47E239D19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3CFA004-BD02-A821-B211-426E721979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" y="10151"/>
            <a:ext cx="16231649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65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IPN2026</dc:creator>
  <cp:lastModifiedBy>IPN2026</cp:lastModifiedBy>
  <cp:revision>5</cp:revision>
  <dcterms:created xsi:type="dcterms:W3CDTF">2006-08-16T00:00:00Z</dcterms:created>
  <dcterms:modified xsi:type="dcterms:W3CDTF">2026-09-21T14:54:06Z</dcterms:modified>
</cp:coreProperties>
</file>