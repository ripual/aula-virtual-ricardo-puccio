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  <p:sldId id="273" r:id="rId1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45E58-4014-E89D-E264-81F3A2DBD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C22F4C-7A42-4CB6-EA0E-23092DDF6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BEE957-911E-B743-4E75-F5B368BB3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3E2E35-68FC-88D2-83AA-FDFF30533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A027FD-43C9-B364-32E7-F19AA524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246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FDDFE-72FB-5404-0208-E82DDBCB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53E90E-8DEE-0720-CA3C-2CED1C242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8B0C60-8E47-638A-7FAC-BE6FB8C8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FA15B6-C4F9-8582-BF55-F5FAF61D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2DE5B7-9A99-2288-C8B9-2C60F3C9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6478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AE09B-AAC7-33CA-1A4E-1824F4F70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48043-4DF2-3FD7-CB7D-DDEEE8A20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68509B-4D6D-B60A-90E1-FA60C657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068DDC-025E-FACC-B46F-6D067707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383EA5-5388-FDDD-9336-428D9E8D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209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39898-FD0D-4884-5D08-AD413CBA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5A8749-DE4E-CE43-D912-1663AF21A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04BED6-E8EA-E1C4-B244-35B096AEA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F01142-3EC6-3CCD-4078-A4589542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8EF89-F779-5191-F295-A5C1AD14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36ACC8-C05C-04BA-E353-31C3FFAB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206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6BDD9-7BE7-3655-4CA2-FA43A44D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363B40-1B45-BD52-F316-8D4C2B791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217B04-8208-ED0E-1908-048550E65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337483A-DC51-22FD-D315-002DCDB8D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325673-8825-C430-BAAA-837151EB5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FF13DEE-2041-064D-6B73-C944E767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42A3A0-46A9-85D1-0F00-016C0234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0666DF-6F89-88E1-F0EA-280B490E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01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4CBA6-CFA9-460C-A443-2BF5CB2E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9A301B9-60B9-3E00-34E5-0A8FB72D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91AB60-8F12-5735-B732-4A6F6F16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85251D-F8A7-9AF0-0C4E-4BAD670F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804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AA86A80-FA79-B11B-EE09-AB688830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2B7B48B-A685-C7E6-8A43-D294A7D3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3AF885-8EC6-7CBC-3A53-27E5B289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51195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366F0-D592-E283-9025-090079971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DA3F65-B5FC-4145-1CA0-4160B00CA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9B38A1-A1D2-88D2-52AF-EABA79A0A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F1FB3C-E520-2732-9CF3-8002E76E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D10AF1-38E6-AA49-5095-DEE33276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93841A-4C08-2902-E875-1150979D5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731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7417C-E247-284A-1574-31AA87EE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14D434-1025-615C-0255-D68CE93F0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6CF61C-ACCB-08D4-527C-FB68D5C2E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F50C92-298E-C602-2AB9-05B1AFAB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3B0CE8-E94D-E321-EEC9-65D788571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22746C-A42F-04BF-0A72-B12C45223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0196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4DB36-C092-787A-480C-E5A6D9F2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F040F3-E49F-0E9F-671D-9F791AC12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8EF7C8-04A8-0DCB-4F93-AA5779CC2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8A17C-EC15-CA1B-84A7-72A39A684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719308-B456-A2E6-31DF-237231A0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140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5BC4FE-A7E9-E830-07CC-E6E67EE41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D5EC23-6D11-D08A-4BAB-A93966984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BE8BDF-B551-9CCE-4BE8-FC7B952FA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BDC22D-9022-3520-5106-6DF4B73E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946F13-EBF9-9045-B504-69144B2A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9321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07BFC0-531E-769A-E284-F731BFC70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54276F-F716-D758-CE7F-8D02DEC56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94521E-71A0-A1B2-95D9-5E0688415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CDC6F-C386-4103-A387-C5CE38277614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8D63B5-A277-131B-F158-C10D95DFE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632752-44C1-E31F-059F-9AB8AE73E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89429-322D-46F5-A845-4B7FC58A66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582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55D2CA5-A67B-1B25-535D-7C2185F725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9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4A1E281-3463-D6C3-8B36-26C374FE97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9" y="10152"/>
            <a:ext cx="12177791" cy="684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1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AEDF07-B498-E05A-C12A-887FDDC06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58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C4FDC7-01E8-C5AD-FBE7-667DF780D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8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46E760-2823-FF5C-E89C-C6B7FDB36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4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6B669E-8F9B-D05A-26F7-D0A3E8343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" y="7613"/>
            <a:ext cx="12173737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44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C44E25-1803-5A10-E7BA-2DA1AF823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10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0A031E-519A-924F-B5B8-E2AB440A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" y="7613"/>
            <a:ext cx="12173737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45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8C5338-A79B-0AA5-4A8B-4AB2B1334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27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B2AEE98-8334-8720-784F-B8B96417A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45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FEE19F-CEED-5CFA-9146-044771A1E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9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332E46-FD64-7F1E-41D5-0B208E271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22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9C0D5F-F37E-675E-BDF7-1CE16BC8F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40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3206A7-6CAD-62B6-0D05-EB571864D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13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333D8D-F70E-79DF-62B5-0A43E9FBF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26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5D8375-3AA1-32E4-2867-45528A5AF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71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BF6776F-1A02-5A8A-13A4-3013FA4A4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" y="7613"/>
            <a:ext cx="12170689" cy="68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88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1214061-3362-D0F8-9B4B-2187653FAA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7" y="10152"/>
            <a:ext cx="12179824" cy="684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590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IPN2026</dc:creator>
  <cp:lastModifiedBy>Ricardo Puccio Alvarado</cp:lastModifiedBy>
  <cp:revision>1</cp:revision>
  <dcterms:created xsi:type="dcterms:W3CDTF">2026-09-22T15:41:08Z</dcterms:created>
  <dcterms:modified xsi:type="dcterms:W3CDTF">2026-09-22T17:45:15Z</dcterms:modified>
</cp:coreProperties>
</file>