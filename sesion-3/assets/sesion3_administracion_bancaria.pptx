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4" r:id="rId3"/>
    <p:sldId id="320" r:id="rId4"/>
    <p:sldId id="321" r:id="rId5"/>
    <p:sldId id="322" r:id="rId6"/>
    <p:sldId id="323" r:id="rId7"/>
    <p:sldId id="325" r:id="rId8"/>
    <p:sldId id="326" r:id="rId9"/>
    <p:sldId id="324" r:id="rId10"/>
    <p:sldId id="327" r:id="rId11"/>
    <p:sldId id="328" r:id="rId12"/>
    <p:sldId id="330" r:id="rId13"/>
    <p:sldId id="329" r:id="rId14"/>
    <p:sldId id="331" r:id="rId15"/>
    <p:sldId id="332" r:id="rId16"/>
    <p:sldId id="333" r:id="rId17"/>
    <p:sldId id="334" r:id="rId18"/>
    <p:sldId id="319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D4022-AF74-51F4-F33D-5393E23C7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EED343-5C0F-FC40-36CA-C90B8CAD6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F1C81B-CBA1-7C6A-6B1B-C14FEE899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59D895-C73E-0571-FF2F-1409560F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35B008-5A7F-4C20-E020-5BC27773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98780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19826-88D4-6E4B-13EA-82E2AABD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69769A-7943-C79B-3876-46CC1ABEF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189201-5047-3188-072C-545022AA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C28BEF-6B14-DBA8-893E-B2E3F1BE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19745B-61CB-FDA2-A773-80AABA71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7332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E7C7B-6032-1F22-1D70-6BA607706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4264F1-F894-2E13-37A1-3D114DEB4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E5016B-32A8-7351-EAE6-1D022162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B65C5-D66D-41C6-DE06-06577B47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75D445-6ADF-2961-0C51-65B91CC4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1637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F543-A36B-136A-F2F2-30B140E6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A721EF-351B-5ABE-3C92-7017B62FC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44F840-7619-0E93-2818-4620CBAA2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673CC-DF53-6335-EE0A-91753DE9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FCB932-E3E2-5100-05EF-EBBDEC6D7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A0F7F5-123C-62EB-4745-59E82A68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21030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DB66B-4CD0-556C-A0AA-F7F466EE4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D258AF-3F0B-8E97-1417-25DF21A6B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F50ED6-1321-E9EC-F3AD-BC03CAAFC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A415CC-EAAA-5A24-0A5E-9644B90E7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14F180A-FCCE-57BF-8398-2104AE642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7F4DCB-B4BD-E81F-EF57-C1BAE9E94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57F45B-DC8E-ABA3-EC48-F63086C0A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201764-C959-DE24-C2FD-95BD6119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2759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F7CD2-8AF7-714C-9803-AF48BA5FA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88036F-ED55-CFAA-EA16-F85FF810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410022-322B-2AEA-1ED4-860A2E336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CE5069-5768-A30E-BB96-F1DE71D8D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330285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E176397-8BF2-5533-55C8-7B636C96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396B2C-25D1-7D1F-B314-4B119CFE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B814DE-9D2B-A961-AA44-710FAD5F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95641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17D57-13F5-2D01-DC8B-49BF065D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D36936-25FD-D978-B451-64A27FD32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97EA7C-78AA-C2DA-A6E3-E49EDC40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C1F4B9-18FB-D54F-BD56-0DB8273D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BC1290-C9C8-4B1C-5780-845C8BB03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76A480-D264-5674-751F-F1D1D421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14757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8A7E9-3578-6088-3C69-EC7B0336E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4BBD50-C950-6AF4-DAA4-880400D8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CBC275-602D-67A0-BAAC-67C9FB24D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E72F3E-B490-B9D2-FD23-5D6145B8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3698B0-8F35-D082-9C68-A91379E7E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D903FD-1180-1948-877B-46657FA0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9148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A3131-E96F-F26D-A543-4C7A3259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410040-A4CD-B2E8-86F6-BB50991FD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05AAF9-A26C-53B3-5A45-BF8BC0EB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AE1E45-CC0D-6889-3048-7B6C3DA6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B876A7-FA3E-9D70-AEEE-F6B4F2E8B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0548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3FFFF4E-D296-89AB-7E2B-BEBA4E6BD6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AF1595-3CC4-A182-51B5-A329AF7A3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F7E19-A986-3497-6BE7-D0F6A25D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FC2F41-DD4E-6CF8-A3FD-A1DDEB86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108C38-4575-F618-453E-190FF8EF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9667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912C47-08E8-B180-4D11-CF308876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D2B6A6-3C44-6FE2-0B29-57582A834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4B5907-09A9-83A2-2B14-645D7F9B8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4AD88-FDA8-4299-A532-2536581AF18B}" type="datetimeFigureOut">
              <a:rPr lang="es-PE" smtClean="0"/>
              <a:t>23/09/2026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026F34-3D82-914E-D4F4-C024272ED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37C928-3D08-5B42-DEEC-76A6C4061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8CF4-5BD4-4A2A-8066-BEE3ECD483C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80969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90C7184-8DBE-00A3-64D2-953501454A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4703F4-9BB7-C1E7-DE82-CC41D0E6E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440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8324A28-3F86-B54B-073B-B1273A6E65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292B73E-83E4-2A56-85F8-CBF2312836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8" y="10151"/>
            <a:ext cx="16227585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570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87C360-120E-AFAB-EE45-FEC5673E8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860"/>
            <a:ext cx="16256000" cy="91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78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1960E3-323D-FAEF-54C4-2A2606F8DA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035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6CB4F91-7929-C672-A797-5C71BE03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91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0EC9EA-3BD0-9BC3-3C82-4D18A8FB1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82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35ADCF-19FA-845D-849C-E5BFA3E9D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31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630384-A616-2C5F-A6D8-D72CF03F80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834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1D80B3-E7DE-531D-498A-1A3DB9050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89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C4F51F-71E2-AC6E-0917-99233900E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260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120388-15A8-3B2C-6870-54821761A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60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BF22B5-7047-2F33-55F0-FF5066003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91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627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0C6ED3-4607-3555-7442-403D38DBC2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68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019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A07465-749A-4C94-E75A-21288AB52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29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E58E06-ACBC-8DF0-DD3C-14BE664204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8305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7E3AED6-64D6-D1FB-B86A-2A108E8936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7767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02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CE4BD6B-CCB8-7FEE-7F06-9BC2813738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6369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11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D82BFDA-5F30-F9FF-560A-CC664C6189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" y="10160"/>
            <a:ext cx="16227552" cy="912368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C18A349-8C63-6AD6-A46C-638598CB1C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" y="10151"/>
            <a:ext cx="16231649" cy="912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47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0</Words>
  <Application>Microsoft Office PowerPoint</Application>
  <PresentationFormat>Personalizado</PresentationFormat>
  <Paragraphs>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Xime</dc:creator>
  <cp:lastModifiedBy>IPN2026</cp:lastModifiedBy>
  <cp:revision>5</cp:revision>
  <dcterms:created xsi:type="dcterms:W3CDTF">2006-08-16T00:00:00Z</dcterms:created>
  <dcterms:modified xsi:type="dcterms:W3CDTF">2026-09-23T15:57:54Z</dcterms:modified>
</cp:coreProperties>
</file>