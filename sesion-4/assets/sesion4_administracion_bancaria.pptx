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75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05330-DA0F-B7DB-E6B5-7EFF1A489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55FF8A-83BE-DE49-5B11-F4AD11F6A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89869-AD78-8AAC-B803-3D380000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55FEE3-C808-7EBE-3D77-6508CEC12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76FCF6-706D-4869-3016-5C07B507F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2221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1C5EC-41CF-B381-AD55-B73486A1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330D2D-C1B8-6DB5-B8DE-BD7D18AE1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C37745-37FB-F2A5-8FFD-FC58891EC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8BDF36-C534-EA40-0FAD-A7A9DB2D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8C4EB1-43C7-EE28-EE7F-BC8A46EBF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905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83BB0-3C55-E6C1-130E-695B41C55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25C260-0005-6F6A-CDD1-A061718D6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527DF5-56AC-2423-8072-47D48B8C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745AAA-05A9-7E7B-4A29-555EC935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98CFCB-591C-007D-154A-79FFE356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59691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17955-74E7-C7F8-FBB2-1D3AAEC7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8EBD70-696E-A37C-D83F-E43640711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2AA0E0-65D2-C434-ABCC-0DBAE76A4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50F6BC-2CAF-9175-631C-6F3C1EEEF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5B789AB-19CE-327D-49A6-97BEAD97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E4407-BE15-57A7-2333-EDDEE268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1050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F445C-3443-0725-1FF8-A975D0F08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599096-8731-51CC-123E-56979FCF2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637BDA-E150-5D61-C42B-85B8E244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25DCA27-0459-2AD1-7165-97903A15A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29F616F-BBA7-B1F0-822E-967D6A517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0731A6-B8DA-C575-08FE-5E106266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96C6EF7-44D6-111E-ED32-CDB55FE7A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9A55C8-3788-E99F-BA23-105398E0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8962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FB6A53-DF98-0383-BB54-1CC9B691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43920D-63CB-A6A8-2098-8BE052D5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8659BA-71A4-D560-C8F5-0309DCFA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0295E6-4312-293F-0F15-BA148581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17575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E65625-7EB4-168B-EFEF-065325496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D0741A-CAB7-3A59-70AD-620DB131C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48A8D6-E299-413A-69D5-8D0C4295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9831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F6CDE-E3A5-08BA-5B69-D7F6A992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14C6A-198B-9C71-3F5F-A9C79949E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1B9981-9FFA-F4E8-AE1C-EA1A0FCE4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A81442-CE92-8461-24E6-4AC6CCB0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F41EEF-67C4-D2D4-67FB-C5562C880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B69658-7C49-0C81-1083-0068C013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77210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9915E-ECBA-659C-F230-3D24E6AA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778D7A5-54C5-0DED-CCF3-323BA4EBD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50AACF-C9BC-58F7-C78C-1C7F8C606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CA1287-3021-BD39-3F01-5833BB4A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04F204-77BE-D003-7DE8-2920F281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57D95B-BE92-217E-5665-FA6E1E92D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86192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77C01-2D41-F577-DD26-BB4491B51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656BD4-8F07-2695-0B8D-2BDF24DC7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339855-E4E9-5DB9-5B52-6A2572B6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A9C456-47EC-C9E6-5690-C327B55D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95A3BC-005E-D013-AC5E-BAD227B8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78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4710818-BC66-75FD-31DF-2632C793A2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12A120-A0D5-3A5F-6126-27155DC8F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EB884-B915-963D-49AF-AC964D58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002DA8-C6D2-F4EF-D7DC-2500FE3C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DE746D-41C4-BF76-992E-74E14AB3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59694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872F9F-EEDD-CB49-E3AC-867AEB34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348A01-A824-0EB4-3776-A939342A3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13B388-13C0-A450-0FCC-A8663A4A2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B20D3-9707-436F-B76E-9B2795EE2871}" type="datetimeFigureOut">
              <a:rPr lang="es-PE" smtClean="0"/>
              <a:t>24/09/2026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951769-4712-51ED-D507-78A094F84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1D490D-FA16-E72C-D01A-8B5381807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6ED52-34AB-44B8-8479-A0BFFF1502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9726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C990F2-5586-634F-9CE0-B316528873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220F291-1CB6-6987-9121-B16E6765F6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147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9CDE00-7D7F-5C7C-0686-F0330A4477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D44689F-896E-518A-A576-A7DE97EA7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742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627CD0-9489-4FAB-FADB-39E76FBB6D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627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5906B3-92EE-4678-5EEB-546061E1EA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12"/>
            <a:ext cx="16270828" cy="914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793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84BE32-2D54-546E-52D8-85567A1FC9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299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4B95C3-3536-93F8-29F4-9039871D14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776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472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EE368DA-32E2-0A50-B893-06F42E602E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6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676666-4E6A-D7E8-473D-6E3023E4E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75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A26ADD-B569-6721-6B47-67D5BA6D4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927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A2DA39-3836-584D-5D57-4E9B6C8CFD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88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AA0E30-2D40-E3CE-B1DD-47EDB86D0F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93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5FD3957-61E2-3E1E-A712-DB9B409C0A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588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3A75851-EE21-8A6A-2443-2F82CAE50A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89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52C198-1E31-70C6-AF5D-3CA370511C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267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449F85-07BC-A10B-4BF7-0D2E4B7B68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86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BD357E-3921-FB62-9EA0-04126C1530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65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88F04E-0123-CC9F-ECB7-47437F6EE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2084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91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552514F-8812-4893-4B32-F7C3DE568A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BA91966-460E-F7BD-1609-54B4908F72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" y="10151"/>
            <a:ext cx="16231649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00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0</Words>
  <Application>Microsoft Office PowerPoint</Application>
  <PresentationFormat>Personalizado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IPN2026</dc:creator>
  <cp:lastModifiedBy>IPN2026</cp:lastModifiedBy>
  <cp:revision>4</cp:revision>
  <dcterms:created xsi:type="dcterms:W3CDTF">2006-08-16T00:00:00Z</dcterms:created>
  <dcterms:modified xsi:type="dcterms:W3CDTF">2026-09-24T16:26:45Z</dcterms:modified>
</cp:coreProperties>
</file>