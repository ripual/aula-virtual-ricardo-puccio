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71" r:id="rId2"/>
    <p:sldId id="272" r:id="rId3"/>
    <p:sldId id="308" r:id="rId4"/>
    <p:sldId id="309" r:id="rId5"/>
    <p:sldId id="310" r:id="rId6"/>
    <p:sldId id="311" r:id="rId7"/>
    <p:sldId id="312" r:id="rId8"/>
    <p:sldId id="313" r:id="rId9"/>
    <p:sldId id="314" r:id="rId10"/>
    <p:sldId id="315" r:id="rId11"/>
    <p:sldId id="316" r:id="rId12"/>
    <p:sldId id="317" r:id="rId13"/>
    <p:sldId id="318" r:id="rId14"/>
    <p:sldId id="319" r:id="rId15"/>
    <p:sldId id="320" r:id="rId16"/>
    <p:sldId id="321" r:id="rId17"/>
    <p:sldId id="322" r:id="rId18"/>
    <p:sldId id="307" r:id="rId19"/>
  </p:sldIdLst>
  <p:sldSz cx="16256000" cy="9144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>
        <p:scale>
          <a:sx n="73" d="100"/>
          <a:sy n="73" d="100"/>
        </p:scale>
        <p:origin x="1062" y="27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BF13D8C-7461-6C0A-2533-C7FF909B93A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032000" y="1496484"/>
            <a:ext cx="12192000" cy="3183467"/>
          </a:xfrm>
        </p:spPr>
        <p:txBody>
          <a:bodyPr anchor="b"/>
          <a:lstStyle>
            <a:lvl1pPr algn="ctr">
              <a:defRPr sz="8000"/>
            </a:lvl1pPr>
          </a:lstStyle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E9D07302-4A27-9980-4F6C-EE069A91EB8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032000" y="4802717"/>
            <a:ext cx="12192000" cy="2207683"/>
          </a:xfrm>
        </p:spPr>
        <p:txBody>
          <a:bodyPr/>
          <a:lstStyle>
            <a:lvl1pPr marL="0" indent="0" algn="ctr">
              <a:buNone/>
              <a:defRPr sz="3200"/>
            </a:lvl1pPr>
            <a:lvl2pPr marL="609585" indent="0" algn="ctr">
              <a:buNone/>
              <a:defRPr sz="2667"/>
            </a:lvl2pPr>
            <a:lvl3pPr marL="1219170" indent="0" algn="ctr">
              <a:buNone/>
              <a:defRPr sz="2400"/>
            </a:lvl3pPr>
            <a:lvl4pPr marL="1828754" indent="0" algn="ctr">
              <a:buNone/>
              <a:defRPr sz="2133"/>
            </a:lvl4pPr>
            <a:lvl5pPr marL="2438339" indent="0" algn="ctr">
              <a:buNone/>
              <a:defRPr sz="2133"/>
            </a:lvl5pPr>
            <a:lvl6pPr marL="3047924" indent="0" algn="ctr">
              <a:buNone/>
              <a:defRPr sz="2133"/>
            </a:lvl6pPr>
            <a:lvl7pPr marL="3657509" indent="0" algn="ctr">
              <a:buNone/>
              <a:defRPr sz="2133"/>
            </a:lvl7pPr>
            <a:lvl8pPr marL="4267093" indent="0" algn="ctr">
              <a:buNone/>
              <a:defRPr sz="2133"/>
            </a:lvl8pPr>
            <a:lvl9pPr marL="4876678" indent="0" algn="ctr">
              <a:buNone/>
              <a:defRPr sz="2133"/>
            </a:lvl9pPr>
          </a:lstStyle>
          <a:p>
            <a:r>
              <a:rPr lang="es-ES"/>
              <a:t>Haga clic para modificar el estilo de subtítulo del patrón</a:t>
            </a:r>
            <a:endParaRPr lang="es-PE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D9FC4449-888D-C2FE-56B2-9C66A4CE43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6135D5-8DEC-4F9D-A314-A156CED38B67}" type="datetimeFigureOut">
              <a:rPr lang="es-PE" smtClean="0"/>
              <a:t>25/09/2026</a:t>
            </a:fld>
            <a:endParaRPr lang="es-PE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F6842310-4B8C-10EB-6AFC-607A09D90F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4B82BD2C-B28D-808E-27E5-98C550C292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DB0257-3EE6-4A8F-A2DF-10551A381306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399043076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BEA3D70-366A-E9A5-DCDA-E49F7C8263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DB94C15E-883A-8384-5E7C-D33ED366150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6A431EB4-B377-85A3-37D0-8AAD54897E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6135D5-8DEC-4F9D-A314-A156CED38B67}" type="datetimeFigureOut">
              <a:rPr lang="es-PE" smtClean="0"/>
              <a:t>25/09/2026</a:t>
            </a:fld>
            <a:endParaRPr lang="es-PE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12746CD3-81C7-BC8F-2D0A-452ACA0C25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DC9015D3-8826-E913-EB4A-55CEFB343E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DB0257-3EE6-4A8F-A2DF-10551A381306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84778127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BD037D5-B85E-E61F-71B7-EC584AF302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09133" y="2279652"/>
            <a:ext cx="14020800" cy="3803649"/>
          </a:xfrm>
        </p:spPr>
        <p:txBody>
          <a:bodyPr anchor="b"/>
          <a:lstStyle>
            <a:lvl1pPr>
              <a:defRPr sz="8000"/>
            </a:lvl1pPr>
          </a:lstStyle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37D4917E-B16F-259B-A1BD-76723524DBB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109133" y="6119285"/>
            <a:ext cx="14020800" cy="2000249"/>
          </a:xfrm>
        </p:spPr>
        <p:txBody>
          <a:bodyPr/>
          <a:lstStyle>
            <a:lvl1pPr marL="0" indent="0">
              <a:buNone/>
              <a:defRPr sz="3200">
                <a:solidFill>
                  <a:schemeClr val="tx1">
                    <a:tint val="75000"/>
                  </a:schemeClr>
                </a:solidFill>
              </a:defRPr>
            </a:lvl1pPr>
            <a:lvl2pPr marL="609585" indent="0">
              <a:buNone/>
              <a:defRPr sz="2667">
                <a:solidFill>
                  <a:schemeClr val="tx1">
                    <a:tint val="75000"/>
                  </a:schemeClr>
                </a:solidFill>
              </a:defRPr>
            </a:lvl2pPr>
            <a:lvl3pPr marL="121917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3pPr>
            <a:lvl4pPr marL="1828754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4pPr>
            <a:lvl5pPr marL="2438339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5pPr>
            <a:lvl6pPr marL="3047924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6pPr>
            <a:lvl7pPr marL="3657509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7pPr>
            <a:lvl8pPr marL="4267093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8pPr>
            <a:lvl9pPr marL="4876678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1473AC13-DDE4-BA9E-5154-1E4D6FA505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6135D5-8DEC-4F9D-A314-A156CED38B67}" type="datetimeFigureOut">
              <a:rPr lang="es-PE" smtClean="0"/>
              <a:t>25/09/2026</a:t>
            </a:fld>
            <a:endParaRPr lang="es-PE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359D8EEE-5AF0-FE8F-CA8D-1AC7E10416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1FFCDBE9-78EC-EA1F-921E-BC1D040845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DB0257-3EE6-4A8F-A2DF-10551A381306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47368368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B90510B-37B6-6B50-9DD0-254BB895AE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552E738D-4609-E43C-7793-831FCE9A70D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117600" y="2434167"/>
            <a:ext cx="6908800" cy="5801784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4039D9D6-B5A7-520A-1492-F06B61C5314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229600" y="2434167"/>
            <a:ext cx="6908800" cy="5801784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E5F13133-F938-74C0-F03D-65E956A1F0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6135D5-8DEC-4F9D-A314-A156CED38B67}" type="datetimeFigureOut">
              <a:rPr lang="es-PE" smtClean="0"/>
              <a:t>25/09/2026</a:t>
            </a:fld>
            <a:endParaRPr lang="es-PE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12E7064C-0A6B-08C9-7952-C92EA00DF8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52AC513A-B30D-96F5-D74B-5A72CFF08B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DB0257-3EE6-4A8F-A2DF-10551A381306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355719002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DAACACE-3054-FA0A-D0CD-AE40E43336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9717" y="486834"/>
            <a:ext cx="14020800" cy="1767417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6283355C-A0D0-8472-ECA4-60A4C3C2368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119718" y="2241551"/>
            <a:ext cx="6877049" cy="1098549"/>
          </a:xfrm>
        </p:spPr>
        <p:txBody>
          <a:bodyPr anchor="b"/>
          <a:lstStyle>
            <a:lvl1pPr marL="0" indent="0">
              <a:buNone/>
              <a:defRPr sz="3200" b="1"/>
            </a:lvl1pPr>
            <a:lvl2pPr marL="609585" indent="0">
              <a:buNone/>
              <a:defRPr sz="2667" b="1"/>
            </a:lvl2pPr>
            <a:lvl3pPr marL="1219170" indent="0">
              <a:buNone/>
              <a:defRPr sz="2400" b="1"/>
            </a:lvl3pPr>
            <a:lvl4pPr marL="1828754" indent="0">
              <a:buNone/>
              <a:defRPr sz="2133" b="1"/>
            </a:lvl4pPr>
            <a:lvl5pPr marL="2438339" indent="0">
              <a:buNone/>
              <a:defRPr sz="2133" b="1"/>
            </a:lvl5pPr>
            <a:lvl6pPr marL="3047924" indent="0">
              <a:buNone/>
              <a:defRPr sz="2133" b="1"/>
            </a:lvl6pPr>
            <a:lvl7pPr marL="3657509" indent="0">
              <a:buNone/>
              <a:defRPr sz="2133" b="1"/>
            </a:lvl7pPr>
            <a:lvl8pPr marL="4267093" indent="0">
              <a:buNone/>
              <a:defRPr sz="2133" b="1"/>
            </a:lvl8pPr>
            <a:lvl9pPr marL="4876678" indent="0">
              <a:buNone/>
              <a:defRPr sz="2133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3B52DA01-B56F-0327-A6A0-4390BAF2A65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119718" y="3340100"/>
            <a:ext cx="6877049" cy="4912784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3DB4AD24-F721-7272-0966-E1181482A21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8229600" y="2241551"/>
            <a:ext cx="6910917" cy="1098549"/>
          </a:xfrm>
        </p:spPr>
        <p:txBody>
          <a:bodyPr anchor="b"/>
          <a:lstStyle>
            <a:lvl1pPr marL="0" indent="0">
              <a:buNone/>
              <a:defRPr sz="3200" b="1"/>
            </a:lvl1pPr>
            <a:lvl2pPr marL="609585" indent="0">
              <a:buNone/>
              <a:defRPr sz="2667" b="1"/>
            </a:lvl2pPr>
            <a:lvl3pPr marL="1219170" indent="0">
              <a:buNone/>
              <a:defRPr sz="2400" b="1"/>
            </a:lvl3pPr>
            <a:lvl4pPr marL="1828754" indent="0">
              <a:buNone/>
              <a:defRPr sz="2133" b="1"/>
            </a:lvl4pPr>
            <a:lvl5pPr marL="2438339" indent="0">
              <a:buNone/>
              <a:defRPr sz="2133" b="1"/>
            </a:lvl5pPr>
            <a:lvl6pPr marL="3047924" indent="0">
              <a:buNone/>
              <a:defRPr sz="2133" b="1"/>
            </a:lvl6pPr>
            <a:lvl7pPr marL="3657509" indent="0">
              <a:buNone/>
              <a:defRPr sz="2133" b="1"/>
            </a:lvl7pPr>
            <a:lvl8pPr marL="4267093" indent="0">
              <a:buNone/>
              <a:defRPr sz="2133" b="1"/>
            </a:lvl8pPr>
            <a:lvl9pPr marL="4876678" indent="0">
              <a:buNone/>
              <a:defRPr sz="2133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4EFD64B3-C38E-320F-064B-F5B95396A03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8229600" y="3340100"/>
            <a:ext cx="6910917" cy="4912784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28ABBF6D-CEBE-E21E-D095-187F3133F8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6135D5-8DEC-4F9D-A314-A156CED38B67}" type="datetimeFigureOut">
              <a:rPr lang="es-PE" smtClean="0"/>
              <a:t>25/09/2026</a:t>
            </a:fld>
            <a:endParaRPr lang="es-PE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963D4E75-D8A3-5162-2705-33E5EF2362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F70BD97D-6353-1274-181A-9BBF7FE88C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DB0257-3EE6-4A8F-A2DF-10551A381306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384767677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F7D6491-EA50-1760-1057-8D11ECBF45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0870D615-75CE-FBEB-4061-641B66085C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6135D5-8DEC-4F9D-A314-A156CED38B67}" type="datetimeFigureOut">
              <a:rPr lang="es-PE" smtClean="0"/>
              <a:t>25/09/2026</a:t>
            </a:fld>
            <a:endParaRPr lang="es-PE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5F9C4C1C-AD13-9A69-246F-618D3B3298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1524ECD9-947B-CCA5-619B-94424A1076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DB0257-3EE6-4A8F-A2DF-10551A381306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266717862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A3BDB57D-81CC-378B-8D4F-CA46100202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6135D5-8DEC-4F9D-A314-A156CED38B67}" type="datetimeFigureOut">
              <a:rPr lang="es-PE" smtClean="0"/>
              <a:t>25/09/2026</a:t>
            </a:fld>
            <a:endParaRPr lang="es-PE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DDD2FC9A-3854-9C4B-32E9-EC83A80160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E6C814FE-2E66-2271-0049-E6728A81CE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DB0257-3EE6-4A8F-A2DF-10551A381306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63113366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9E3B98F-6FB0-8757-CE83-04FFB656FB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9718" y="609600"/>
            <a:ext cx="5242983" cy="2133600"/>
          </a:xfrm>
        </p:spPr>
        <p:txBody>
          <a:bodyPr anchor="b"/>
          <a:lstStyle>
            <a:lvl1pPr>
              <a:defRPr sz="4267"/>
            </a:lvl1pPr>
          </a:lstStyle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62110953-5C0D-13E1-FCB0-8613D9B3029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910917" y="1316567"/>
            <a:ext cx="8229600" cy="6498167"/>
          </a:xfrm>
        </p:spPr>
        <p:txBody>
          <a:bodyPr/>
          <a:lstStyle>
            <a:lvl1pPr>
              <a:defRPr sz="4267"/>
            </a:lvl1pPr>
            <a:lvl2pPr>
              <a:defRPr sz="3733"/>
            </a:lvl2pPr>
            <a:lvl3pPr>
              <a:defRPr sz="3200"/>
            </a:lvl3pPr>
            <a:lvl4pPr>
              <a:defRPr sz="2667"/>
            </a:lvl4pPr>
            <a:lvl5pPr>
              <a:defRPr sz="2667"/>
            </a:lvl5pPr>
            <a:lvl6pPr>
              <a:defRPr sz="2667"/>
            </a:lvl6pPr>
            <a:lvl7pPr>
              <a:defRPr sz="2667"/>
            </a:lvl7pPr>
            <a:lvl8pPr>
              <a:defRPr sz="2667"/>
            </a:lvl8pPr>
            <a:lvl9pPr>
              <a:defRPr sz="2667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0607F60A-F901-32DF-CF39-F4A8AC6B394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119718" y="2743200"/>
            <a:ext cx="5242983" cy="5082117"/>
          </a:xfrm>
        </p:spPr>
        <p:txBody>
          <a:bodyPr/>
          <a:lstStyle>
            <a:lvl1pPr marL="0" indent="0">
              <a:buNone/>
              <a:defRPr sz="2133"/>
            </a:lvl1pPr>
            <a:lvl2pPr marL="609585" indent="0">
              <a:buNone/>
              <a:defRPr sz="1867"/>
            </a:lvl2pPr>
            <a:lvl3pPr marL="1219170" indent="0">
              <a:buNone/>
              <a:defRPr sz="1600"/>
            </a:lvl3pPr>
            <a:lvl4pPr marL="1828754" indent="0">
              <a:buNone/>
              <a:defRPr sz="1333"/>
            </a:lvl4pPr>
            <a:lvl5pPr marL="2438339" indent="0">
              <a:buNone/>
              <a:defRPr sz="1333"/>
            </a:lvl5pPr>
            <a:lvl6pPr marL="3047924" indent="0">
              <a:buNone/>
              <a:defRPr sz="1333"/>
            </a:lvl6pPr>
            <a:lvl7pPr marL="3657509" indent="0">
              <a:buNone/>
              <a:defRPr sz="1333"/>
            </a:lvl7pPr>
            <a:lvl8pPr marL="4267093" indent="0">
              <a:buNone/>
              <a:defRPr sz="1333"/>
            </a:lvl8pPr>
            <a:lvl9pPr marL="4876678" indent="0">
              <a:buNone/>
              <a:defRPr sz="1333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BF87F79B-44A5-8FFD-F6D6-EA3725BBD0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6135D5-8DEC-4F9D-A314-A156CED38B67}" type="datetimeFigureOut">
              <a:rPr lang="es-PE" smtClean="0"/>
              <a:t>25/09/2026</a:t>
            </a:fld>
            <a:endParaRPr lang="es-PE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46986095-AB94-5AD8-8957-331889CBEE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7819743B-374F-BBA5-B207-E1631223BC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DB0257-3EE6-4A8F-A2DF-10551A381306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53458847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0B79B94-8F69-B0CE-C656-A372273D7A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9718" y="609600"/>
            <a:ext cx="5242983" cy="2133600"/>
          </a:xfrm>
        </p:spPr>
        <p:txBody>
          <a:bodyPr anchor="b"/>
          <a:lstStyle>
            <a:lvl1pPr>
              <a:defRPr sz="4267"/>
            </a:lvl1pPr>
          </a:lstStyle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C9C7AC80-2E5A-19B0-FD81-C18B3F55527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6910917" y="1316567"/>
            <a:ext cx="8229600" cy="6498167"/>
          </a:xfrm>
        </p:spPr>
        <p:txBody>
          <a:bodyPr/>
          <a:lstStyle>
            <a:lvl1pPr marL="0" indent="0">
              <a:buNone/>
              <a:defRPr sz="4267"/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endParaRPr lang="es-PE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85057990-E7DA-A822-0B0D-F7ADFD5C232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119718" y="2743200"/>
            <a:ext cx="5242983" cy="5082117"/>
          </a:xfrm>
        </p:spPr>
        <p:txBody>
          <a:bodyPr/>
          <a:lstStyle>
            <a:lvl1pPr marL="0" indent="0">
              <a:buNone/>
              <a:defRPr sz="2133"/>
            </a:lvl1pPr>
            <a:lvl2pPr marL="609585" indent="0">
              <a:buNone/>
              <a:defRPr sz="1867"/>
            </a:lvl2pPr>
            <a:lvl3pPr marL="1219170" indent="0">
              <a:buNone/>
              <a:defRPr sz="1600"/>
            </a:lvl3pPr>
            <a:lvl4pPr marL="1828754" indent="0">
              <a:buNone/>
              <a:defRPr sz="1333"/>
            </a:lvl4pPr>
            <a:lvl5pPr marL="2438339" indent="0">
              <a:buNone/>
              <a:defRPr sz="1333"/>
            </a:lvl5pPr>
            <a:lvl6pPr marL="3047924" indent="0">
              <a:buNone/>
              <a:defRPr sz="1333"/>
            </a:lvl6pPr>
            <a:lvl7pPr marL="3657509" indent="0">
              <a:buNone/>
              <a:defRPr sz="1333"/>
            </a:lvl7pPr>
            <a:lvl8pPr marL="4267093" indent="0">
              <a:buNone/>
              <a:defRPr sz="1333"/>
            </a:lvl8pPr>
            <a:lvl9pPr marL="4876678" indent="0">
              <a:buNone/>
              <a:defRPr sz="1333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B25CE5FF-F6F7-F96F-33ED-F3A691594E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6135D5-8DEC-4F9D-A314-A156CED38B67}" type="datetimeFigureOut">
              <a:rPr lang="es-PE" smtClean="0"/>
              <a:t>25/09/2026</a:t>
            </a:fld>
            <a:endParaRPr lang="es-PE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769E289D-06E9-5F25-6AB0-864F9CE7BF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ADE594D9-AFF6-3E06-E290-64A2113580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DB0257-3EE6-4A8F-A2DF-10551A381306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325152364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18C61DC-1020-6B35-C567-80A56F3766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0247A065-1940-93DA-2E17-8CEFFF482DC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A846D4FE-BCA1-DAC3-9587-52C9D04D56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6135D5-8DEC-4F9D-A314-A156CED38B67}" type="datetimeFigureOut">
              <a:rPr lang="es-PE" smtClean="0"/>
              <a:t>25/09/2026</a:t>
            </a:fld>
            <a:endParaRPr lang="es-PE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4AF0302B-0DE2-2B11-23CA-01FBBFD7A7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4187977B-DC7B-42C7-C1FA-E42DD8A6E9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DB0257-3EE6-4A8F-A2DF-10551A381306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68248550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26CEB5D4-6AC2-9F16-7C1F-E1D153BF5C5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11633200" y="486834"/>
            <a:ext cx="3505200" cy="7749117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CA72D3DC-93FA-B65C-A084-9C79362FA67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1117600" y="486834"/>
            <a:ext cx="10312400" cy="7749117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BA41EF84-4C29-F62E-0EC3-5EFC349259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6135D5-8DEC-4F9D-A314-A156CED38B67}" type="datetimeFigureOut">
              <a:rPr lang="es-PE" smtClean="0"/>
              <a:t>25/09/2026</a:t>
            </a:fld>
            <a:endParaRPr lang="es-PE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DD2333F3-6D8F-238C-B68E-ED682F040D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E6F83127-0564-6C31-4D4F-A96950A2FC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DB0257-3EE6-4A8F-A2DF-10551A381306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343331465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4D245522-A79E-6636-953A-ADF4D736C6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7600" y="486834"/>
            <a:ext cx="14020800" cy="176741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1442E881-F6A8-E757-40DD-06B19161F7E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117600" y="2434167"/>
            <a:ext cx="14020800" cy="580178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7C94D4C7-1897-B299-D11D-60497358200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117600" y="8475134"/>
            <a:ext cx="36576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46135D5-8DEC-4F9D-A314-A156CED38B67}" type="datetimeFigureOut">
              <a:rPr lang="es-PE" smtClean="0"/>
              <a:t>25/09/2026</a:t>
            </a:fld>
            <a:endParaRPr lang="es-PE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C02C82EF-A77B-268A-2AB4-F7C44A90EFE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384800" y="8475134"/>
            <a:ext cx="54864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PE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418FC068-7260-0724-283E-EC23B8253C0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80800" y="8475134"/>
            <a:ext cx="36576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7DB0257-3EE6-4A8F-A2DF-10551A381306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57368294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1219170" rtl="0" eaLnBrk="1" latinLnBrk="0" hangingPunct="1">
        <a:lnSpc>
          <a:spcPct val="90000"/>
        </a:lnSpc>
        <a:spcBef>
          <a:spcPct val="0"/>
        </a:spcBef>
        <a:buNone/>
        <a:defRPr sz="5867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04792" indent="-304792" algn="l" defTabSz="1219170" rtl="0" eaLnBrk="1" latinLnBrk="0" hangingPunct="1">
        <a:lnSpc>
          <a:spcPct val="90000"/>
        </a:lnSpc>
        <a:spcBef>
          <a:spcPts val="1333"/>
        </a:spcBef>
        <a:buFont typeface="Arial" panose="020B0604020202020204" pitchFamily="34" charset="0"/>
        <a:buChar char="•"/>
        <a:defRPr sz="3733" kern="1200">
          <a:solidFill>
            <a:schemeClr val="tx1"/>
          </a:solidFill>
          <a:latin typeface="+mn-lt"/>
          <a:ea typeface="+mn-ea"/>
          <a:cs typeface="+mn-cs"/>
        </a:defRPr>
      </a:lvl1pPr>
      <a:lvl2pPr marL="914377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2pPr>
      <a:lvl3pPr marL="1523962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3pPr>
      <a:lvl4pPr marL="2133547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743131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352716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962301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571886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5181470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PE"/>
      </a:defPPr>
      <a:lvl1pPr marL="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85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7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5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33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92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50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093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678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jpe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2C16B2E8-4E3D-35F3-C5A8-EBB7D2020B34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224" y="10160"/>
            <a:ext cx="16227552" cy="9123680"/>
          </a:xfrm>
          <a:prstGeom prst="rect">
            <a:avLst/>
          </a:prstGeom>
        </p:spPr>
      </p:pic>
      <p:pic>
        <p:nvPicPr>
          <p:cNvPr id="4" name="Imagen 3">
            <a:extLst>
              <a:ext uri="{FF2B5EF4-FFF2-40B4-BE49-F238E27FC236}">
                <a16:creationId xmlns:a16="http://schemas.microsoft.com/office/drawing/2014/main" id="{56FA40A4-2982-3718-79BB-8908081645B3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208" y="10151"/>
            <a:ext cx="16227585" cy="91236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4417135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>
            <a:extLst>
              <a:ext uri="{FF2B5EF4-FFF2-40B4-BE49-F238E27FC236}">
                <a16:creationId xmlns:a16="http://schemas.microsoft.com/office/drawing/2014/main" id="{1F0A7588-5C74-5556-501A-413DAC0BE087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224" y="10160"/>
            <a:ext cx="16227552" cy="9123680"/>
          </a:xfrm>
          <a:prstGeom prst="rect">
            <a:avLst/>
          </a:prstGeom>
        </p:spPr>
      </p:pic>
      <p:pic>
        <p:nvPicPr>
          <p:cNvPr id="3" name="Imagen 2">
            <a:extLst>
              <a:ext uri="{FF2B5EF4-FFF2-40B4-BE49-F238E27FC236}">
                <a16:creationId xmlns:a16="http://schemas.microsoft.com/office/drawing/2014/main" id="{5AF23797-643C-10B1-40AD-D2DD688110BC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208" y="10151"/>
            <a:ext cx="16227585" cy="91236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0883761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5879DBB3-BF57-4DFA-35C0-EDC38ABD56B9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6263694" cy="9144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3094114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7D713960-9DE1-9E16-D860-EF65AD8B8842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6263694" cy="9144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2369298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B8BF5BB4-D2E8-9F29-29A5-7DDDF3243B5A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320" y="0"/>
            <a:ext cx="16235680" cy="91282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8069781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8A6523D7-B812-C8AA-73D6-B39160F4CEC8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80" y="0"/>
            <a:ext cx="16267767" cy="9144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8660815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6FA625BA-02E3-53E4-DA50-AB20C8CA2EDA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6263694" cy="9144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6432663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4647B5A4-DCA6-078C-F2DD-288FD71A298A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2178"/>
            <a:ext cx="16271640" cy="91461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9885082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337C8584-4D5C-1436-AC7C-9D5AA44569BA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6256000" cy="91396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014715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FC0F2952-71E7-67D6-5CC7-2D179BB7C184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6263694" cy="9144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4082244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EBEA566D-5987-B21D-7B40-A21171F56FB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6263694" cy="9144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555318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0B9FFCBF-1C53-B01E-5561-91190F9E133A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6263694" cy="9144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7569846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0B5D274C-7A78-4423-F188-9A06ABEBD85E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6263694" cy="9144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0483842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50011D09-0B62-B451-E9BA-FCD2C793E4DA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6263694" cy="9144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6082984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BA5D3489-1050-5BA8-5691-11C9CF814075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6263694" cy="9144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2187499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DF34F4EB-1906-63B1-F091-8A006C7554CF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03" y="0"/>
            <a:ext cx="16263694" cy="9144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054915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4D396039-1DE9-33A2-1965-D363B7D54ECA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6263694" cy="9144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9949797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>
            <a:extLst>
              <a:ext uri="{FF2B5EF4-FFF2-40B4-BE49-F238E27FC236}">
                <a16:creationId xmlns:a16="http://schemas.microsoft.com/office/drawing/2014/main" id="{22423445-7E05-1CAB-FDEB-594A28DFB807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224" y="10160"/>
            <a:ext cx="16227552" cy="9123680"/>
          </a:xfrm>
          <a:prstGeom prst="rect">
            <a:avLst/>
          </a:prstGeom>
        </p:spPr>
      </p:pic>
      <p:pic>
        <p:nvPicPr>
          <p:cNvPr id="3" name="Imagen 2">
            <a:extLst>
              <a:ext uri="{FF2B5EF4-FFF2-40B4-BE49-F238E27FC236}">
                <a16:creationId xmlns:a16="http://schemas.microsoft.com/office/drawing/2014/main" id="{7CACC805-EA3B-4297-43F7-8A860F8CD187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176" y="10151"/>
            <a:ext cx="16231649" cy="91236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23178480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181</TotalTime>
  <Words>0</Words>
  <Application>Microsoft Office PowerPoint</Application>
  <PresentationFormat>Personalizado</PresentationFormat>
  <Paragraphs>0</Paragraphs>
  <Slides>18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18</vt:i4>
      </vt:variant>
    </vt:vector>
  </HeadingPairs>
  <TitlesOfParts>
    <vt:vector size="22" baseType="lpstr">
      <vt:lpstr>Arial</vt:lpstr>
      <vt:lpstr>Calibri</vt:lpstr>
      <vt:lpstr>Calibri Light</vt:lpstr>
      <vt:lpstr>Tema de Office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IPN2026</dc:creator>
  <cp:lastModifiedBy>IPN2026</cp:lastModifiedBy>
  <cp:revision>4</cp:revision>
  <dcterms:created xsi:type="dcterms:W3CDTF">2006-08-16T00:00:00Z</dcterms:created>
  <dcterms:modified xsi:type="dcterms:W3CDTF">2026-09-25T16:08:14Z</dcterms:modified>
</cp:coreProperties>
</file>